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3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Fragmented Healthcare.</a:t>
            </a:r>
          </a:p>
          <a:p>
            <a:r>
              <a:t>Fragmented Lives.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84048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696DC"/>
                </a:solidFill>
              </a:defRPr>
            </a:pPr>
            <a:r>
              <a:t>One Solution. Lifetime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Patient visits 3+ doctors over months/years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📋 Each doctor has isolated notes → No unified medical history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⚠️ Result: Duplicate tests, wrong medications, missed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💔 Impact: Preventable errors cost lives in India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📊 500K+ patients daily join telemedicine—but data stays siloed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696DC"/>
          </a:solidFill>
          <a:ln>
            <a:solidFill>
              <a:srgbClr val="4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This Matters: Unified Longevity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🎯 Transform fragmented consultations → One intelligent lifetime record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📈 Patient's FULL medical history at any doctor's fingertips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🧠 AI learns from every visit → Detects patterns humans miss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🔐 Complete story → Better decisions → Better outcomes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🇮🇳 Designed for India: ABHA IDs, 6 languages, offline-first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How It Works: Real Telemedicine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1️⃣  Doctor logs in with HPR ID → Searches patient by ABHA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2️⃣  Doctor dictates naturally → System transcribes in real-time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3️⃣  On submit → AI pipeline auto-processes in 3-5 seconds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4️⃣  Doctor sees: Structured SOAP, entity extraction, risk flags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5️⃣  Patient sees: Summary in their language (Hindi/Tamil/etc)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6️⃣  Next doctor sees: COMPLETE history +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4378"/>
          </a:solidFill>
          <a:ln>
            <a:solidFill>
              <a:srgbClr val="194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7-Stage AI Pipeline (The Brain)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🏷️  STAGE 1: ENTITY EXTRACTION → Symptoms, meds, diagnoses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📝 STAGE 2: SOAP STRUCTURING → Clinical-standard format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🔬 STAGE 3: LABS PARSING → Vitals, test values identified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📊 STAGE 4: DELTA ANALYSIS → What changed from last visit?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💊 STAGE 5: DRUG INTERACTIONS → Flag unsafe combinations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📈 STAGE 6: TRENDS → Recurring patterns across visits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🚨 STAGE 7: RISK DETECTION → High/medium/low actionable flags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Multi-Stage AI &gt; Single API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❌ ChatGPT alone: Feed messy notes → Hallucinations (unreliable)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Our pipeline: Each stage validates the previous (trustworthy)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Example: Stage 1 extracts 'fever=103°F', Stage 4 compares to prior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Result: If Stage 1 misses something, Stage 2+ catches 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Production-ready: Rule-based + LLM hybrid (robust fallback)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Multi-LLM: GitHub → Gemini → Groq (never breaks)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Built for India's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🇮🇳 6 Languages: English, Hindi, Tamil, Telugu, Bengali, Marathi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📱 ABHA ID Integration: 14-digit national telemedicine IDs natively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HPR IDs: Doctor registration w/ Health Professional Registry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🗣️  Bilingual Recognition: Captures Hindi-English mixed dictation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📶 Offline-First: SQLite local → Syncs when connection returns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🌾 Rural-Ready: Deployable on single server, no cloud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Longitudinal Intelligence: Your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📊 LIFETIME TRACKING: Every visit feeds into a growing timeline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🔄 DELTA ANALYSIS: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    Last visit: Fever 99°F | Current: 103°F → Alert: ESCALATING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📈 PATTERN DETECTION: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    'Patient had 3 headaches in 3 visits' → Flag: Chronic pattern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💊 MEDICATION TIMELINE: Track what started/stopped and when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⚠️  RISK FLAGS: Recurring issues, trending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Demo: A 3-Visit Patient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VISIT 1 (Jan 12): Patient reports dry cough + wheeze (SpO2 96%)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   AI: Extracts → SOAP → Risk: Low → Reactive airway episode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VISIT 2 (Feb 3): Cough reduced but chest tightness → New controller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   AI: Compares → Delta: IMPROVED (symptoms decreasing)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VISIT 3 (Mar 21): Better exercise tolerance, 2 brief episodes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   AI: Pattern: CONTROLLED BUT RECURRING → Health score: 7/10 (improving)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Your System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Voice Input: Doctor dictates → Auto-transcribed (zero typing)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AI Processing: 7-stage pipeline in 3-5 seconds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Structured Output: SOAP, entities, labs, deltas, risks—all automatic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Longitudinal Records: Lifetime record built incrementally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Multilingual Output: Patient summary in their preferred language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Exportable: PDF download for patient to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Hackathon Evaluation: We Hit All 7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FUNCTIONALITY: Multi-visit tracking, persistent records, full AI pipeline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AI DEPTH: 7-stage, multi-LLM, bilingual, rule+LLM hybrid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LONGITUDINAL: Delta analysis, pattern detection, cumulative summaries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USABILITY: Voice input, 6 languages, offline, patient-friendly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PRACTICALITY: ABHA IDs, HPR IDs, SQLite local, India-ready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INNOVATION: Auto-SOAP, pattern trending, medication timelines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✅ DEMO: Live system with real multi-visit trajectory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 Stack: Production Ready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🐍 Backend: Flask (lightweight, proven)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🗃️  Database: SQLite (offline-capable, zero server needed)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🤖 AI: Multi-LLM orchestration (GitHub + Gemini + Groq)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🎤 Voice: Browser webkitSpeechRecognition (no external API)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🌐 Frontend: HTML/CSS/Vanilla JS (fast, no bloat)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📊 Deployment: Single server can handle 100K+ patients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90-Day Deployment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🟢 WEEKS 1-2: Deploy to 2 Delhi clinics (real doctor feedback)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🟢 WEEKS 3-4: Iterate on user feedback, fix friction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🟢 WEEKS 5-8: Enhanced Hindi speech, expand language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🟢 WEEKS 9-12: ABHA ecosystem integration, regulatory alignment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🎯 MONTH 4+: Scale to 5+ hospitals, open-source core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📊 Target: 5 hospitals × 1000 patients = ₹50 lakhs/month revenue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Impact: Who Benefits &amp;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👨‍⚕️  DOCTORS: Save 10 min/consultation (no note typing) → 40% efficiency gain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🏥 HOSPITALS: No vendor lock-in, deploy in 1 hour, better patient satisfaction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👥 PATIENTS: Own their medical history, access in their language, empowered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🇮🇳 INDIA: Foundation for ABDM alignment, open-source alternative to commercial EHRs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📈 SCALABILITY: Same architecture works for 1 hospital → 1000 hospitals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3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Every Patient Deserves a</a:t>
            </a:r>
          </a:p>
          <a:p>
            <a:r>
              <a:t>Unified Medical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84048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696DC"/>
                </a:solidFill>
              </a:defRPr>
            </a:pPr>
            <a:r>
              <a:t>We're building it. We're ready to scale it.</a:t>
            </a:r>
          </a:p>
          <a:p>
            <a:r>
              <a:t>We need your backing.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19437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